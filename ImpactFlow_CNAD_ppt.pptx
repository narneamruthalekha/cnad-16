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2" r:id="rId3"/>
    <p:sldId id="707" r:id="rId4"/>
    <p:sldId id="908" r:id="rId5"/>
    <p:sldId id="909" r:id="rId6"/>
    <p:sldId id="257" r:id="rId7"/>
    <p:sldId id="903" r:id="rId8"/>
    <p:sldId id="902" r:id="rId9"/>
    <p:sldId id="258" r:id="rId10"/>
    <p:sldId id="259" r:id="rId11"/>
    <p:sldId id="260" r:id="rId12"/>
    <p:sldId id="904" r:id="rId13"/>
    <p:sldId id="905" r:id="rId14"/>
    <p:sldId id="906" r:id="rId15"/>
    <p:sldId id="90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26/08/2026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76874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Sowmya (2420030457)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 Amrutha Lekha (2420030477)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361928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Srilatha Patha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A5D647-F259-4863-5B57-B8A7DFB12CF5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IN" sz="2000" dirty="0" err="1"/>
              <a:t>ImpactFlow</a:t>
            </a:r>
            <a:r>
              <a:rPr lang="en-IN" sz="2000" dirty="0"/>
              <a:t> – AI-Powered Adaptive Software Change Impact &amp; Risk Prediction Platform</a:t>
            </a:r>
            <a:endParaRPr lang="en-US" sz="2000" dirty="0">
              <a:solidFill>
                <a:schemeClr val="bg1"/>
              </a:solidFill>
              <a:latin typeface="Calibri" panose="020F0502020204030204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Focus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ImpactFlow is a cloud-native platform focused on predicting the risk and impact of software changes before they are deployed to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Primary focus: microservice-based systems, where a single code change can ripple across many interconnected services in unpredictable 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Combines change-impact analysis with an AI/ML-based risk-prediction model to give developers and DevOps teams pre-deployment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Delivered as a fully cloud-native solution – Spring Boot microservices, containerized with Docker, orchestrated on Kubernetes, and integrated into a DevSecOps-driven CI/CD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Goal: shift risk assessment left – from reactive incident response after deployment to proactive, data-driven decision-making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Modern software systems are increasingly built as microservices – independently deployable components that communicate over the network and evolve continuously.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While this architecture improves scalability and agility, it also makes it harder to know how a single code change will ripple across dozens of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Existing CI/CD pipelines are good at verifying that code works (unit and integration tests), but they don't tell teams what could break downstream, or how risky a change really 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ImpactFlow introduces an AI/ML-powered change-impact and risk-prediction layer that sits between "code submitted" and "code deployed," giving teams actionable, pre-deployment insight.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Built as a cloud-native system with DevSecOps and MLOps woven throughout, it aims to reduce production incidents while keeping releases fast and confident.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350000"/>
            <a:ext cx="108204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Modern microservice-based systems evolve continuously – even a small code change can ripple across many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Developers and DevOps teams often lack visibility into which components a given change will affect before it is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Existing CI/CD pipelines validate code correctness through testing, but do not assess the downstream risk or impact of a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This gap between submitting a change and understanding its consequences increases production incidents, rollback effort, and delayed releases.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There is a clear need for a system that can proactively assess change risk before deployment, not just after failures occur.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350000"/>
            <a:ext cx="108204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Analyze proposed code changes and their dependencies to automatically identify the services/modules likely to be affected.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Design and build ImpactFlow as a set of Spring Boot microservices, using Eureka for service discovery and Spring Cloud Gateway for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Develop an AI/ML-based risk-prediction model that scores each change and gives recommendations, following a complete MLOps workflow (train, version, deploy, monitor).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Embed DevSecOps practices throughout the pipeline – automated code-quality, security and vulnerability scanning at every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Containerize all services with Docker and deploy them on Kubernetes using Helm charts, automated through a GitHub Actions CI/CD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Enable real-time observability of the platform using Prometheus and Grafana, so service health and performance can be monitored continuously.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62854"/>
              </p:ext>
            </p:extLst>
          </p:nvPr>
        </p:nvGraphicFramePr>
        <p:xfrm>
          <a:off x="274646" y="689466"/>
          <a:ext cx="11642705" cy="57828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Kapel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 from Change: Predictive Models for Incident Prevention in a Regulated IT Environment,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ICSE-SEIP,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 classifiers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(XGBoost, LightGBM, HGBC) trained on a real-world one-year bank change/incident dataset to score deployment risk pre-change, with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SHAP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used for feature-level 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Data-driven ML models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outperform the existing rule-based baseline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at flagging incident-inducing changes before deployment, while remaining auditable and explainable for a regulated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Precision stays low in absolute terms (best ~0.05) due to heavy class imbalance; evaluated only within one bank's environment, limiting generalizability to other domains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5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Musco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Learning Algorithm for Change Impact Prediction,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RAISE (ACM),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call-graph learning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(Binary and Dichotomic edge-update algorithms) trained on code mutations to estimate the likelihood that a change propagates along each call-graph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learning-based model (LCIP) predicts change impact with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74% precision and 85% recall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(F-score 64%), outperforming a standard transitive-closure baseline on two large Java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Evaluated only on synthetic, mutation-generated changes; authors note the need to validate on real-world commit histories and extend the approach to more languages and larger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1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Giamattei et. al. [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Change Impact Analysis in Microservice Systems: A Systematic Literature Review,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Journal of Systems and Software,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Systematic literature review 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screening 1,669 papers, narrowed down to 29 primary studies on tools, methods and metrics used to measure change impact in microservice architectures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Most existing change-impact-analysis techniques for microservices assess only a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single aspect of impact</a:t>
                      </a: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(e.g., structural or performance) rather than the system holistically, and tool support remains immature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 identify open challenges in improving detection accuracy, combining multiple impact dimensions, and validating approaches on real, production-scale microservice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00000"/>
            <a:ext cx="10820400" cy="43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Traditional CI/CD pipelines check that code works (unit/integration tests) but do not evaluate the risk or blast-radius of a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There is no proactive way to flag which downstream services are likely to break before a change is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In practice, change impact is usually discovered only after something fails in production – leading to rollbacks and incident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Manual dependency tracking does not scale in large, distributed microservice architectures with many interconnected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Gap: the absence of an integrated, data-driven risk-prediction layer sitting between “code change submitted” and “code change deployed”.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Goes beyond conventional CI/CD testing by pairing change-impact analysis with an AI/ML-generated risk score and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Treats risk prediction as a first-class MLOps workflow – the model is trained, versioned, deployed and continuously monitored/retrained.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Bakes DevSecOps into the pipeline itself: SonarQube (code quality), Trivy (container vulnerabilities) and OWASP ZAP (dynamic security testing) run automatically on every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Fully cloud-native design – independently deployable Spring Boot microservices, Kafka-based event-driven communication, Kubernetes + Helm deployment, NGINX Ingress with TLS.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Gives developers actionable, pre-deployment guidance instead of only post-hoc alerts after something has already broken.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85800" y="1900000"/>
            <a:ext cx="10820400" cy="13000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Technically feasible – built entirely on mature, well-supported open-source technology: Spring Boot, Kafka, Docker, Kubernetes, GitHub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Modular microservices design allows the team to build, test and demo each service independently and incrementally across the semester.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Only a modest, historical set of code-change/commit data is needed to train the initial ML risk-prediction model, keeping the scope achievable.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Timeline Table"/>
          <p:cNvGraphicFramePr>
            <a:graphicFrameLocks noGrp="1"/>
          </p:cNvGraphicFramePr>
          <p:nvPr/>
        </p:nvGraphicFramePr>
        <p:xfrm>
          <a:off x="685800" y="3300000"/>
          <a:ext cx="108204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Activities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marL="45720" marR="45720" marT="22860" marB="228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1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Requirements gathering &amp; system/architecture design (microservice boundaries, DB-per-service plan)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1–2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Core microservice development – REST APIs, Eureka discovery, Spring Cloud Gateway, JWT security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3–5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3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ML risk-prediction model – data preparation, training, versioning (MLOps pipeline)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5–7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4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CI/CD &amp; DevSecOps integration – GitHub Actions, SonarQube, Trivy, OWASP ZAP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7–9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5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Containerization &amp; Kubernetes deployment – Docker, Helm, NGINX Ingress, Kafka events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9–10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Phase 6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Testing, monitoring setup (Prometheus/Grafana), evaluation &amp; documentation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Weeks 10–12</a:t>
                      </a:r>
                    </a:p>
                  </a:txBody>
                  <a:tcPr marL="45720" marR="45720" marT="22860" marB="228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E2841"/>
                </a:solidFill>
                <a:latin typeface="Calibri"/>
              </a:rP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ImpactFlow – Six-Phase Delivery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0186" y="1435608"/>
            <a:ext cx="566928" cy="5669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058" y="1554480"/>
            <a:ext cx="329184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56082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Requirements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Architecture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156082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Gather functional &amp; non-functional requirements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Define microservice boundaries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Plan DB-per-service design</a:t>
            </a:r>
          </a:p>
        </p:txBody>
      </p:sp>
      <p:sp>
        <p:nvSpPr>
          <p:cNvPr id="11" name="Chevron 10"/>
          <p:cNvSpPr/>
          <p:nvPr/>
        </p:nvSpPr>
        <p:spPr>
          <a:xfrm>
            <a:off x="214325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9870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13126" y="1435608"/>
            <a:ext cx="566928" cy="566928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ha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998" y="1554480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9870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96B24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014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Core Microservice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870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196B24"/>
                </a:solidFill>
                <a:latin typeface="Calibri"/>
              </a:rPr>
              <a:t>Weeks 3–5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671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Build REST APIs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Integrate Eureka service discovery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Configure Spring Cloud Gateway &amp; JWT</a:t>
            </a:r>
          </a:p>
        </p:txBody>
      </p:sp>
      <p:sp>
        <p:nvSpPr>
          <p:cNvPr id="19" name="Chevron 18"/>
          <p:cNvSpPr/>
          <p:nvPr/>
        </p:nvSpPr>
        <p:spPr>
          <a:xfrm>
            <a:off x="407619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3164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46066" y="1435608"/>
            <a:ext cx="566928" cy="5669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has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38" y="155448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3164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E97132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308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ML Risk-Prediction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164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E97132"/>
                </a:solidFill>
                <a:latin typeface="Calibri"/>
              </a:rPr>
              <a:t>Weeks 5–7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965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Prepare &amp; preprocess training data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Train the risk-prediction model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Version model via MLOps pipeline</a:t>
            </a:r>
          </a:p>
        </p:txBody>
      </p:sp>
      <p:sp>
        <p:nvSpPr>
          <p:cNvPr id="27" name="Chevron 26"/>
          <p:cNvSpPr/>
          <p:nvPr/>
        </p:nvSpPr>
        <p:spPr>
          <a:xfrm>
            <a:off x="600913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6458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779006" y="1435608"/>
            <a:ext cx="566928" cy="5669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phas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878" y="1554480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6458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A02B93"/>
                </a:solidFill>
                <a:latin typeface="Calibri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602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CI/CD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DevSecOps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458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A02B93"/>
                </a:solidFill>
                <a:latin typeface="Calibri"/>
              </a:rPr>
              <a:t>Weeks 7–9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259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Automate builds with GitHub Actions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Run SonarQube code-quality scans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Scan with Trivy &amp; OWASP ZAP</a:t>
            </a:r>
          </a:p>
        </p:txBody>
      </p:sp>
      <p:sp>
        <p:nvSpPr>
          <p:cNvPr id="35" name="Chevron 34"/>
          <p:cNvSpPr/>
          <p:nvPr/>
        </p:nvSpPr>
        <p:spPr>
          <a:xfrm>
            <a:off x="794207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9752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711946" y="143560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phas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0818" y="1554480"/>
            <a:ext cx="329184" cy="329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9752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libri"/>
              </a:rPr>
              <a:t>Phase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896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Containerization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K8s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752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Calibri"/>
              </a:rPr>
              <a:t>Weeks 9–10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553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Containerize services with Docker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Deploy via Helm on Kubernetes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Configure NGINX Ingress &amp; Kafka events</a:t>
            </a:r>
          </a:p>
        </p:txBody>
      </p:sp>
      <p:sp>
        <p:nvSpPr>
          <p:cNvPr id="43" name="Chevron 42"/>
          <p:cNvSpPr/>
          <p:nvPr/>
        </p:nvSpPr>
        <p:spPr>
          <a:xfrm>
            <a:off x="9875012" y="3003804"/>
            <a:ext cx="173736" cy="164592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030460" y="1234440"/>
            <a:ext cx="1795780" cy="3703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644886" y="1435608"/>
            <a:ext cx="566928" cy="566928"/>
          </a:xfrm>
          <a:prstGeom prst="ellipse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phas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758" y="1554480"/>
            <a:ext cx="329184" cy="32918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30460" y="2075688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F9ED5"/>
                </a:solidFill>
                <a:latin typeface="Calibri"/>
              </a:rPr>
              <a:t>Phase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21900" y="2331720"/>
            <a:ext cx="161290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Testing &amp;</a:t>
            </a:r>
          </a:p>
          <a:p>
            <a:pPr algn="ctr"/>
            <a:r>
              <a:rPr sz="1300" b="1">
                <a:solidFill>
                  <a:srgbClr val="0E2841"/>
                </a:solidFill>
                <a:latin typeface="Calibri"/>
              </a:rPr>
              <a:t>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0460" y="2916936"/>
            <a:ext cx="17957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1">
                <a:solidFill>
                  <a:srgbClr val="0F9ED5"/>
                </a:solidFill>
                <a:latin typeface="Calibri"/>
              </a:rPr>
              <a:t>Weeks 10–12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58476" y="3209544"/>
            <a:ext cx="1539748" cy="163677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Test end-to-end functionality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Set up Prometheus &amp; Grafana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Finalize evaluation &amp; documentation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5138928"/>
            <a:ext cx="11460480" cy="14630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5138928"/>
            <a:ext cx="20116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E2841"/>
                </a:solidFill>
                <a:latin typeface="Calibri"/>
              </a:rPr>
              <a:t>Expected</a:t>
            </a:r>
          </a:p>
          <a:p>
            <a:pPr algn="l"/>
            <a:r>
              <a:rPr sz="1800" b="1">
                <a:solidFill>
                  <a:srgbClr val="0E2841"/>
                </a:solidFill>
                <a:latin typeface="Calibri"/>
              </a:rPr>
              <a:t>Outcome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266944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Proactive, pre-deployment risk visibility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650992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Fewer production incidents &amp; rollbacks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6035040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Automated DevSecOps quality gates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0440" y="5266944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Full MLOps model lifecycle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0440" y="5650992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Real-time observability with Prometheus/Grafana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0440" y="6035040"/>
            <a:ext cx="44958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50" b="0">
                <a:solidFill>
                  <a:srgbClr val="196B24"/>
                </a:solidFill>
                <a:latin typeface="Calibri"/>
              </a:rPr>
              <a:t>✓  Faster, more confident releases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Conclusion &amp; Future 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ImpactFlow addresses a real gap in modern CI/CD pipelines by adding a proactive, AI/ML-driven risk-prediction layer between code submission and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The cloud-native microservice design (Spring Boot, Eureka, Spring Cloud Gateway, Kafka) makes the platform scalable, modular and independently deployable.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Embedding DevSecOps (SonarQube, Trivy, OWASP ZAP) and full MLOps lifecycle management ensures the risk model stays secure, accurate and continuously improving.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Expected outcome: fewer production incidents and rollbacks, real-time observability via Prometheus/Grafana, and faster, more confident releases for development teams.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b="0" dirty="0"/>
              <a:t>Future Work: extend the risk model with deeper historical training data, support polyglot codebases beyond Java/Spring Boot, and add automated rollback recommendations triggered directly by high-risk predictions.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[1] Kapel et al., "Learning from Change: Predictive Models for Incident Prevention in a Regulated IT Environment," ICSE-SEIP, 2026.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[2] Musco et al., "A Learning Algorithm for Change Impact Prediction," RAISE, ACM, 2016.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[3] Giamattei et al., "Change Impact Analysis in Microservice Systems: A Systematic Literature Review," Journal of Systems and Software,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[4] Spring Boot, Spring Cloud Netflix Eureka &amp; Spring Cloud Gateway — Official Documentation, VMware Tanzu / Spring.io.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[5] Kubernetes, Helm, and Prometheus/Grafana — Official Documentation, Cloud Native Computing Foundation (CNCF).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[6] SonarQube, Trivy, and OWASP ZAP — Official Documentation, SonarSource / Aqua Security / OWASP Foundation.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Publications Details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"/>
          <p:cNvSpPr txBox="1"/>
          <p:nvPr/>
        </p:nvSpPr>
        <p:spPr>
          <a:xfrm>
            <a:off x="685800" y="1950000"/>
            <a:ext cx="10820400" cy="42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Paper Title: "ImpactFlow: A Cloud-Native, AI/ML-Driven Framework for Software Change Impact and Risk Prediction" (working title).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Authors: P. Sowmya, N. Amrutha Lekha, under the guidance of Dr. Srilatha Patha, Department of CSE, KLH CSE Bowrampet Campus.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Target Venue: A peer-reviewed conference/journal in cloud computing, DevOps, or AI-driven software engineering (venue to be finalized).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Status: In preparation – manuscript to be drafted after the ML risk-prediction model and MLOps pipeline are validated (Phase 3–4 of the project plan).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Planned Submission Timeline: Targeted for submission after project evaluation, on completion of Phase 6 (Weeks 10–12).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1945</Words>
  <Application>Microsoft Office PowerPoint</Application>
  <PresentationFormat>Widescreen</PresentationFormat>
  <Paragraphs>195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Narne Amrutha Lekha</cp:lastModifiedBy>
  <cp:revision>36</cp:revision>
  <dcterms:created xsi:type="dcterms:W3CDTF">2026-08-08T06:33:56Z</dcterms:created>
  <dcterms:modified xsi:type="dcterms:W3CDTF">2026-08-29T09:49:15Z</dcterms:modified>
</cp:coreProperties>
</file>